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5" r:id="rId10"/>
    <p:sldId id="266" r:id="rId11"/>
    <p:sldId id="267" r:id="rId12"/>
    <p:sldId id="261" r:id="rId13"/>
    <p:sldId id="262" r:id="rId14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77">
          <p15:clr>
            <a:srgbClr val="A4A3A4"/>
          </p15:clr>
        </p15:guide>
        <p15:guide id="2" pos="2721">
          <p15:clr>
            <a:srgbClr val="A4A3A4"/>
          </p15:clr>
        </p15:guide>
        <p15:guide id="3" pos="2438">
          <p15:clr>
            <a:srgbClr val="9AA0A6"/>
          </p15:clr>
        </p15:guide>
        <p15:guide id="4" pos="416">
          <p15:clr>
            <a:srgbClr val="9AA0A6"/>
          </p15:clr>
        </p15:guide>
        <p15:guide id="5" pos="1191">
          <p15:clr>
            <a:srgbClr val="9AA0A6"/>
          </p15:clr>
        </p15:guide>
        <p15:guide id="6" pos="638">
          <p15:clr>
            <a:srgbClr val="9AA0A6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0" roundtripDataSignature="AMtx7miohyEog1akfKJRRdWquyApPmpA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077"/>
        <p:guide pos="2721"/>
        <p:guide pos="2438"/>
        <p:guide pos="416"/>
        <p:guide pos="1191"/>
        <p:guide pos="6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527BA5-80D0-465F-859A-C60463867696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5E2A867-0B76-46D3-9115-75452CA30F8E}">
      <dgm:prSet/>
      <dgm:spPr/>
      <dgm:t>
        <a:bodyPr/>
        <a:lstStyle/>
        <a:p>
          <a:r>
            <a:rPr lang="fr-FR"/>
            <a:t>Analyses Exploratoires</a:t>
          </a:r>
          <a:endParaRPr lang="en-US"/>
        </a:p>
      </dgm:t>
    </dgm:pt>
    <dgm:pt modelId="{BF454E08-DD35-4325-9B2C-E80CDE5EC100}" type="parTrans" cxnId="{D106702C-0195-40CA-9A16-EE30774B5E55}">
      <dgm:prSet/>
      <dgm:spPr/>
      <dgm:t>
        <a:bodyPr/>
        <a:lstStyle/>
        <a:p>
          <a:endParaRPr lang="en-US"/>
        </a:p>
      </dgm:t>
    </dgm:pt>
    <dgm:pt modelId="{79BF31CB-8192-4CAA-A9DB-DE91F64436A4}" type="sibTrans" cxnId="{D106702C-0195-40CA-9A16-EE30774B5E55}">
      <dgm:prSet/>
      <dgm:spPr/>
      <dgm:t>
        <a:bodyPr/>
        <a:lstStyle/>
        <a:p>
          <a:endParaRPr lang="en-US"/>
        </a:p>
      </dgm:t>
    </dgm:pt>
    <dgm:pt modelId="{11A668C5-DCCA-4D62-854A-89D71773486A}">
      <dgm:prSet/>
      <dgm:spPr/>
      <dgm:t>
        <a:bodyPr/>
        <a:lstStyle/>
        <a:p>
          <a:r>
            <a:rPr lang="fr-FR"/>
            <a:t>Fusion des données</a:t>
          </a:r>
          <a:endParaRPr lang="en-US"/>
        </a:p>
      </dgm:t>
    </dgm:pt>
    <dgm:pt modelId="{A24DB2BC-B0F0-4A85-ACDF-64C59F01BDD8}" type="parTrans" cxnId="{FA511887-7784-478F-8A79-7F54A2C8EEBF}">
      <dgm:prSet/>
      <dgm:spPr/>
      <dgm:t>
        <a:bodyPr/>
        <a:lstStyle/>
        <a:p>
          <a:endParaRPr lang="en-US"/>
        </a:p>
      </dgm:t>
    </dgm:pt>
    <dgm:pt modelId="{EA751CB5-97A4-4775-B713-5D91FF201910}" type="sibTrans" cxnId="{FA511887-7784-478F-8A79-7F54A2C8EEBF}">
      <dgm:prSet/>
      <dgm:spPr/>
      <dgm:t>
        <a:bodyPr/>
        <a:lstStyle/>
        <a:p>
          <a:endParaRPr lang="en-US"/>
        </a:p>
      </dgm:t>
    </dgm:pt>
    <dgm:pt modelId="{4FA6FF5A-5441-4ED6-A282-BEA31099552B}">
      <dgm:prSet/>
      <dgm:spPr/>
      <dgm:t>
        <a:bodyPr/>
        <a:lstStyle/>
        <a:p>
          <a:r>
            <a:rPr lang="fr-FR"/>
            <a:t>Analyses</a:t>
          </a:r>
          <a:endParaRPr lang="en-US"/>
        </a:p>
      </dgm:t>
    </dgm:pt>
    <dgm:pt modelId="{C622D5E9-FA91-4034-B5C3-0B755C044134}" type="parTrans" cxnId="{4C52B012-03C0-41E0-B0B5-BE439FCA6B64}">
      <dgm:prSet/>
      <dgm:spPr/>
      <dgm:t>
        <a:bodyPr/>
        <a:lstStyle/>
        <a:p>
          <a:endParaRPr lang="en-US"/>
        </a:p>
      </dgm:t>
    </dgm:pt>
    <dgm:pt modelId="{CE8FCE7E-B16D-4DA3-8625-58981162B85B}" type="sibTrans" cxnId="{4C52B012-03C0-41E0-B0B5-BE439FCA6B64}">
      <dgm:prSet/>
      <dgm:spPr/>
      <dgm:t>
        <a:bodyPr/>
        <a:lstStyle/>
        <a:p>
          <a:endParaRPr lang="en-US"/>
        </a:p>
      </dgm:t>
    </dgm:pt>
    <dgm:pt modelId="{F29F570D-CAA0-438C-8E11-06CD6B1480BC}">
      <dgm:prSet/>
      <dgm:spPr/>
      <dgm:t>
        <a:bodyPr/>
        <a:lstStyle/>
        <a:p>
          <a:r>
            <a:rPr lang="fr-FR"/>
            <a:t>Actions pour la suite</a:t>
          </a:r>
          <a:endParaRPr lang="en-US"/>
        </a:p>
      </dgm:t>
    </dgm:pt>
    <dgm:pt modelId="{23A84D1E-07C9-4172-930D-CB5113F687D5}" type="parTrans" cxnId="{D7DDB23B-41F5-456F-8A89-FA9932C39E71}">
      <dgm:prSet/>
      <dgm:spPr/>
      <dgm:t>
        <a:bodyPr/>
        <a:lstStyle/>
        <a:p>
          <a:endParaRPr lang="en-US"/>
        </a:p>
      </dgm:t>
    </dgm:pt>
    <dgm:pt modelId="{74E613C7-8DF6-4323-9E84-A787E65CF568}" type="sibTrans" cxnId="{D7DDB23B-41F5-456F-8A89-FA9932C39E71}">
      <dgm:prSet/>
      <dgm:spPr/>
      <dgm:t>
        <a:bodyPr/>
        <a:lstStyle/>
        <a:p>
          <a:endParaRPr lang="en-US"/>
        </a:p>
      </dgm:t>
    </dgm:pt>
    <dgm:pt modelId="{9836604A-AEF0-4F11-9930-366DEE8E4997}">
      <dgm:prSet/>
      <dgm:spPr/>
      <dgm:t>
        <a:bodyPr/>
        <a:lstStyle/>
        <a:p>
          <a:r>
            <a:rPr lang="fr-FR"/>
            <a:t>Point sur les compétences apprises</a:t>
          </a:r>
          <a:endParaRPr lang="en-US"/>
        </a:p>
      </dgm:t>
    </dgm:pt>
    <dgm:pt modelId="{5E8BC6FA-C247-4282-8E41-7B48615F4BAA}" type="parTrans" cxnId="{A4836D37-DA0F-47FF-A36F-9D676B28EAB4}">
      <dgm:prSet/>
      <dgm:spPr/>
      <dgm:t>
        <a:bodyPr/>
        <a:lstStyle/>
        <a:p>
          <a:endParaRPr lang="en-US"/>
        </a:p>
      </dgm:t>
    </dgm:pt>
    <dgm:pt modelId="{FCF776F6-F807-49AB-BA84-8192C6E4489A}" type="sibTrans" cxnId="{A4836D37-DA0F-47FF-A36F-9D676B28EAB4}">
      <dgm:prSet/>
      <dgm:spPr/>
      <dgm:t>
        <a:bodyPr/>
        <a:lstStyle/>
        <a:p>
          <a:endParaRPr lang="en-US"/>
        </a:p>
      </dgm:t>
    </dgm:pt>
    <dgm:pt modelId="{FCD25F8C-40EF-4BA1-B49D-C82BD089F449}" type="pres">
      <dgm:prSet presAssocID="{AD527BA5-80D0-465F-859A-C60463867696}" presName="root" presStyleCnt="0">
        <dgm:presLayoutVars>
          <dgm:dir/>
          <dgm:resizeHandles val="exact"/>
        </dgm:presLayoutVars>
      </dgm:prSet>
      <dgm:spPr/>
    </dgm:pt>
    <dgm:pt modelId="{61AF46FB-1DCB-46D5-88C5-ACA6A7301561}" type="pres">
      <dgm:prSet presAssocID="{AD527BA5-80D0-465F-859A-C60463867696}" presName="container" presStyleCnt="0">
        <dgm:presLayoutVars>
          <dgm:dir/>
          <dgm:resizeHandles val="exact"/>
        </dgm:presLayoutVars>
      </dgm:prSet>
      <dgm:spPr/>
    </dgm:pt>
    <dgm:pt modelId="{9737CB29-0DDA-4104-8DA1-1B7E59A04638}" type="pres">
      <dgm:prSet presAssocID="{35E2A867-0B76-46D3-9115-75452CA30F8E}" presName="compNode" presStyleCnt="0"/>
      <dgm:spPr/>
    </dgm:pt>
    <dgm:pt modelId="{4501D5D7-C6E0-4AD4-9640-9DFA84B82BD5}" type="pres">
      <dgm:prSet presAssocID="{35E2A867-0B76-46D3-9115-75452CA30F8E}" presName="iconBgRect" presStyleLbl="bgShp" presStyleIdx="0" presStyleCnt="5"/>
      <dgm:spPr/>
    </dgm:pt>
    <dgm:pt modelId="{DCE7440F-89C5-4A62-B611-C9A7230449A5}" type="pres">
      <dgm:prSet presAssocID="{35E2A867-0B76-46D3-9115-75452CA30F8E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E2850C9-D230-4057-8B3F-F596FDACECC3}" type="pres">
      <dgm:prSet presAssocID="{35E2A867-0B76-46D3-9115-75452CA30F8E}" presName="spaceRect" presStyleCnt="0"/>
      <dgm:spPr/>
    </dgm:pt>
    <dgm:pt modelId="{DC5071F1-D725-4D95-BA7D-051B77F77DBD}" type="pres">
      <dgm:prSet presAssocID="{35E2A867-0B76-46D3-9115-75452CA30F8E}" presName="textRect" presStyleLbl="revTx" presStyleIdx="0" presStyleCnt="5">
        <dgm:presLayoutVars>
          <dgm:chMax val="1"/>
          <dgm:chPref val="1"/>
        </dgm:presLayoutVars>
      </dgm:prSet>
      <dgm:spPr/>
    </dgm:pt>
    <dgm:pt modelId="{183B96FE-C279-4C4A-8EB3-D61D6D61998E}" type="pres">
      <dgm:prSet presAssocID="{79BF31CB-8192-4CAA-A9DB-DE91F64436A4}" presName="sibTrans" presStyleLbl="sibTrans2D1" presStyleIdx="0" presStyleCnt="0"/>
      <dgm:spPr/>
    </dgm:pt>
    <dgm:pt modelId="{CF46F2B9-0F56-47B5-897D-AE67773A3CB2}" type="pres">
      <dgm:prSet presAssocID="{11A668C5-DCCA-4D62-854A-89D71773486A}" presName="compNode" presStyleCnt="0"/>
      <dgm:spPr/>
    </dgm:pt>
    <dgm:pt modelId="{FFBFB6AA-D5FC-4DC7-BBF2-0F28024BF010}" type="pres">
      <dgm:prSet presAssocID="{11A668C5-DCCA-4D62-854A-89D71773486A}" presName="iconBgRect" presStyleLbl="bgShp" presStyleIdx="1" presStyleCnt="5"/>
      <dgm:spPr/>
    </dgm:pt>
    <dgm:pt modelId="{4B4D515A-5B3A-4116-A868-962AB6F6A287}" type="pres">
      <dgm:prSet presAssocID="{11A668C5-DCCA-4D62-854A-89D71773486A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onnées"/>
        </a:ext>
      </dgm:extLst>
    </dgm:pt>
    <dgm:pt modelId="{B5E48F65-2F02-40A0-B85C-A9BE2417D34E}" type="pres">
      <dgm:prSet presAssocID="{11A668C5-DCCA-4D62-854A-89D71773486A}" presName="spaceRect" presStyleCnt="0"/>
      <dgm:spPr/>
    </dgm:pt>
    <dgm:pt modelId="{86D73C97-1339-4816-94E8-399C401560D9}" type="pres">
      <dgm:prSet presAssocID="{11A668C5-DCCA-4D62-854A-89D71773486A}" presName="textRect" presStyleLbl="revTx" presStyleIdx="1" presStyleCnt="5">
        <dgm:presLayoutVars>
          <dgm:chMax val="1"/>
          <dgm:chPref val="1"/>
        </dgm:presLayoutVars>
      </dgm:prSet>
      <dgm:spPr/>
    </dgm:pt>
    <dgm:pt modelId="{FB9810EB-F128-473E-BC55-44B7B4F6CDBF}" type="pres">
      <dgm:prSet presAssocID="{EA751CB5-97A4-4775-B713-5D91FF201910}" presName="sibTrans" presStyleLbl="sibTrans2D1" presStyleIdx="0" presStyleCnt="0"/>
      <dgm:spPr/>
    </dgm:pt>
    <dgm:pt modelId="{DAD3FEE8-7EDC-4290-A3ED-4DB4746943CE}" type="pres">
      <dgm:prSet presAssocID="{4FA6FF5A-5441-4ED6-A282-BEA31099552B}" presName="compNode" presStyleCnt="0"/>
      <dgm:spPr/>
    </dgm:pt>
    <dgm:pt modelId="{2C3059AA-6140-4813-87EC-F36551907B2F}" type="pres">
      <dgm:prSet presAssocID="{4FA6FF5A-5441-4ED6-A282-BEA31099552B}" presName="iconBgRect" presStyleLbl="bgShp" presStyleIdx="2" presStyleCnt="5"/>
      <dgm:spPr/>
    </dgm:pt>
    <dgm:pt modelId="{4C09AAE8-6832-4FD0-8684-1E3ED6A37044}" type="pres">
      <dgm:prSet presAssocID="{4FA6FF5A-5441-4ED6-A282-BEA31099552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2938F70-7136-4032-B69F-B4F1859989BE}" type="pres">
      <dgm:prSet presAssocID="{4FA6FF5A-5441-4ED6-A282-BEA31099552B}" presName="spaceRect" presStyleCnt="0"/>
      <dgm:spPr/>
    </dgm:pt>
    <dgm:pt modelId="{00932180-2DA6-48D1-BA62-BCE1A51F3BD9}" type="pres">
      <dgm:prSet presAssocID="{4FA6FF5A-5441-4ED6-A282-BEA31099552B}" presName="textRect" presStyleLbl="revTx" presStyleIdx="2" presStyleCnt="5">
        <dgm:presLayoutVars>
          <dgm:chMax val="1"/>
          <dgm:chPref val="1"/>
        </dgm:presLayoutVars>
      </dgm:prSet>
      <dgm:spPr/>
    </dgm:pt>
    <dgm:pt modelId="{8493C5A8-91DC-44B2-825F-E445CD68CA8B}" type="pres">
      <dgm:prSet presAssocID="{CE8FCE7E-B16D-4DA3-8625-58981162B85B}" presName="sibTrans" presStyleLbl="sibTrans2D1" presStyleIdx="0" presStyleCnt="0"/>
      <dgm:spPr/>
    </dgm:pt>
    <dgm:pt modelId="{4306E68A-C5ED-4015-BDAE-68DCADA9EDF5}" type="pres">
      <dgm:prSet presAssocID="{F29F570D-CAA0-438C-8E11-06CD6B1480BC}" presName="compNode" presStyleCnt="0"/>
      <dgm:spPr/>
    </dgm:pt>
    <dgm:pt modelId="{5BFBDDDF-24EE-4846-BFE6-542521C4F970}" type="pres">
      <dgm:prSet presAssocID="{F29F570D-CAA0-438C-8E11-06CD6B1480BC}" presName="iconBgRect" presStyleLbl="bgShp" presStyleIdx="3" presStyleCnt="5"/>
      <dgm:spPr/>
    </dgm:pt>
    <dgm:pt modelId="{F13E966B-0115-4E4A-B0C6-76EFB2256831}" type="pres">
      <dgm:prSet presAssocID="{F29F570D-CAA0-438C-8E11-06CD6B1480BC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DA0043EB-322C-4C7F-9B00-1436617E86A3}" type="pres">
      <dgm:prSet presAssocID="{F29F570D-CAA0-438C-8E11-06CD6B1480BC}" presName="spaceRect" presStyleCnt="0"/>
      <dgm:spPr/>
    </dgm:pt>
    <dgm:pt modelId="{03963177-6B98-437B-9538-474A9C6278D1}" type="pres">
      <dgm:prSet presAssocID="{F29F570D-CAA0-438C-8E11-06CD6B1480BC}" presName="textRect" presStyleLbl="revTx" presStyleIdx="3" presStyleCnt="5">
        <dgm:presLayoutVars>
          <dgm:chMax val="1"/>
          <dgm:chPref val="1"/>
        </dgm:presLayoutVars>
      </dgm:prSet>
      <dgm:spPr/>
    </dgm:pt>
    <dgm:pt modelId="{1CBC4202-20C4-482F-AA80-2C1C154D7D7D}" type="pres">
      <dgm:prSet presAssocID="{74E613C7-8DF6-4323-9E84-A787E65CF568}" presName="sibTrans" presStyleLbl="sibTrans2D1" presStyleIdx="0" presStyleCnt="0"/>
      <dgm:spPr/>
    </dgm:pt>
    <dgm:pt modelId="{A932EFB6-951E-4397-A040-166C804B79EB}" type="pres">
      <dgm:prSet presAssocID="{9836604A-AEF0-4F11-9930-366DEE8E4997}" presName="compNode" presStyleCnt="0"/>
      <dgm:spPr/>
    </dgm:pt>
    <dgm:pt modelId="{F4A3158F-67C2-4F06-ABB9-D81ED7E2FBC7}" type="pres">
      <dgm:prSet presAssocID="{9836604A-AEF0-4F11-9930-366DEE8E4997}" presName="iconBgRect" presStyleLbl="bgShp" presStyleIdx="4" presStyleCnt="5"/>
      <dgm:spPr/>
    </dgm:pt>
    <dgm:pt modelId="{B702DDA6-1632-4D0B-BA6B-06CDE63A6CF1}" type="pres">
      <dgm:prSet presAssocID="{9836604A-AEF0-4F11-9930-366DEE8E499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6208803-DB66-4559-853C-0DFE27A42601}" type="pres">
      <dgm:prSet presAssocID="{9836604A-AEF0-4F11-9930-366DEE8E4997}" presName="spaceRect" presStyleCnt="0"/>
      <dgm:spPr/>
    </dgm:pt>
    <dgm:pt modelId="{D01849FD-4ADD-4245-B543-0B4ED47B3B74}" type="pres">
      <dgm:prSet presAssocID="{9836604A-AEF0-4F11-9930-366DEE8E4997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C52B012-03C0-41E0-B0B5-BE439FCA6B64}" srcId="{AD527BA5-80D0-465F-859A-C60463867696}" destId="{4FA6FF5A-5441-4ED6-A282-BEA31099552B}" srcOrd="2" destOrd="0" parTransId="{C622D5E9-FA91-4034-B5C3-0B755C044134}" sibTransId="{CE8FCE7E-B16D-4DA3-8625-58981162B85B}"/>
    <dgm:cxn modelId="{D106702C-0195-40CA-9A16-EE30774B5E55}" srcId="{AD527BA5-80D0-465F-859A-C60463867696}" destId="{35E2A867-0B76-46D3-9115-75452CA30F8E}" srcOrd="0" destOrd="0" parTransId="{BF454E08-DD35-4325-9B2C-E80CDE5EC100}" sibTransId="{79BF31CB-8192-4CAA-A9DB-DE91F64436A4}"/>
    <dgm:cxn modelId="{5A00D12E-DEFB-4C17-B269-D9487AC5C278}" type="presOf" srcId="{AD527BA5-80D0-465F-859A-C60463867696}" destId="{FCD25F8C-40EF-4BA1-B49D-C82BD089F449}" srcOrd="0" destOrd="0" presId="urn:microsoft.com/office/officeart/2018/2/layout/IconCircleList"/>
    <dgm:cxn modelId="{F49F7C36-20F9-4A9A-B567-D3104FED9CE1}" type="presOf" srcId="{11A668C5-DCCA-4D62-854A-89D71773486A}" destId="{86D73C97-1339-4816-94E8-399C401560D9}" srcOrd="0" destOrd="0" presId="urn:microsoft.com/office/officeart/2018/2/layout/IconCircleList"/>
    <dgm:cxn modelId="{A4836D37-DA0F-47FF-A36F-9D676B28EAB4}" srcId="{AD527BA5-80D0-465F-859A-C60463867696}" destId="{9836604A-AEF0-4F11-9930-366DEE8E4997}" srcOrd="4" destOrd="0" parTransId="{5E8BC6FA-C247-4282-8E41-7B48615F4BAA}" sibTransId="{FCF776F6-F807-49AB-BA84-8192C6E4489A}"/>
    <dgm:cxn modelId="{D4318537-7ED4-4EA7-B20A-165539662932}" type="presOf" srcId="{EA751CB5-97A4-4775-B713-5D91FF201910}" destId="{FB9810EB-F128-473E-BC55-44B7B4F6CDBF}" srcOrd="0" destOrd="0" presId="urn:microsoft.com/office/officeart/2018/2/layout/IconCircleList"/>
    <dgm:cxn modelId="{D7DDB23B-41F5-456F-8A89-FA9932C39E71}" srcId="{AD527BA5-80D0-465F-859A-C60463867696}" destId="{F29F570D-CAA0-438C-8E11-06CD6B1480BC}" srcOrd="3" destOrd="0" parTransId="{23A84D1E-07C9-4172-930D-CB5113F687D5}" sibTransId="{74E613C7-8DF6-4323-9E84-A787E65CF568}"/>
    <dgm:cxn modelId="{403A635B-B929-49FA-8607-FC444801CDEB}" type="presOf" srcId="{9836604A-AEF0-4F11-9930-366DEE8E4997}" destId="{D01849FD-4ADD-4245-B543-0B4ED47B3B74}" srcOrd="0" destOrd="0" presId="urn:microsoft.com/office/officeart/2018/2/layout/IconCircleList"/>
    <dgm:cxn modelId="{0AACE667-BD41-44EC-A273-C864BD82747B}" type="presOf" srcId="{4FA6FF5A-5441-4ED6-A282-BEA31099552B}" destId="{00932180-2DA6-48D1-BA62-BCE1A51F3BD9}" srcOrd="0" destOrd="0" presId="urn:microsoft.com/office/officeart/2018/2/layout/IconCircleList"/>
    <dgm:cxn modelId="{9B9C0B69-A376-45E3-BF81-D0D50E39F8E6}" type="presOf" srcId="{79BF31CB-8192-4CAA-A9DB-DE91F64436A4}" destId="{183B96FE-C279-4C4A-8EB3-D61D6D61998E}" srcOrd="0" destOrd="0" presId="urn:microsoft.com/office/officeart/2018/2/layout/IconCircleList"/>
    <dgm:cxn modelId="{3A76DC6B-3AFA-4E21-B487-8FE64ED5BF3B}" type="presOf" srcId="{74E613C7-8DF6-4323-9E84-A787E65CF568}" destId="{1CBC4202-20C4-482F-AA80-2C1C154D7D7D}" srcOrd="0" destOrd="0" presId="urn:microsoft.com/office/officeart/2018/2/layout/IconCircleList"/>
    <dgm:cxn modelId="{B59BEA4E-7034-451B-B300-CF61F3FD6976}" type="presOf" srcId="{35E2A867-0B76-46D3-9115-75452CA30F8E}" destId="{DC5071F1-D725-4D95-BA7D-051B77F77DBD}" srcOrd="0" destOrd="0" presId="urn:microsoft.com/office/officeart/2018/2/layout/IconCircleList"/>
    <dgm:cxn modelId="{FA511887-7784-478F-8A79-7F54A2C8EEBF}" srcId="{AD527BA5-80D0-465F-859A-C60463867696}" destId="{11A668C5-DCCA-4D62-854A-89D71773486A}" srcOrd="1" destOrd="0" parTransId="{A24DB2BC-B0F0-4A85-ACDF-64C59F01BDD8}" sibTransId="{EA751CB5-97A4-4775-B713-5D91FF201910}"/>
    <dgm:cxn modelId="{C7CAB09E-D796-4FD0-8612-19A06D3547E8}" type="presOf" srcId="{F29F570D-CAA0-438C-8E11-06CD6B1480BC}" destId="{03963177-6B98-437B-9538-474A9C6278D1}" srcOrd="0" destOrd="0" presId="urn:microsoft.com/office/officeart/2018/2/layout/IconCircleList"/>
    <dgm:cxn modelId="{B9666FD7-059D-4247-9CE7-E15953AB4E5D}" type="presOf" srcId="{CE8FCE7E-B16D-4DA3-8625-58981162B85B}" destId="{8493C5A8-91DC-44B2-825F-E445CD68CA8B}" srcOrd="0" destOrd="0" presId="urn:microsoft.com/office/officeart/2018/2/layout/IconCircleList"/>
    <dgm:cxn modelId="{BC235871-ACFE-4677-B6F7-CA7D3053CBA9}" type="presParOf" srcId="{FCD25F8C-40EF-4BA1-B49D-C82BD089F449}" destId="{61AF46FB-1DCB-46D5-88C5-ACA6A7301561}" srcOrd="0" destOrd="0" presId="urn:microsoft.com/office/officeart/2018/2/layout/IconCircleList"/>
    <dgm:cxn modelId="{060304F4-C47F-4E48-93D1-961757930D70}" type="presParOf" srcId="{61AF46FB-1DCB-46D5-88C5-ACA6A7301561}" destId="{9737CB29-0DDA-4104-8DA1-1B7E59A04638}" srcOrd="0" destOrd="0" presId="urn:microsoft.com/office/officeart/2018/2/layout/IconCircleList"/>
    <dgm:cxn modelId="{DDDE1B4B-D8A7-4C70-BD52-7873A64442CF}" type="presParOf" srcId="{9737CB29-0DDA-4104-8DA1-1B7E59A04638}" destId="{4501D5D7-C6E0-4AD4-9640-9DFA84B82BD5}" srcOrd="0" destOrd="0" presId="urn:microsoft.com/office/officeart/2018/2/layout/IconCircleList"/>
    <dgm:cxn modelId="{E2BFEA58-4E77-4B11-8310-12870B5933DA}" type="presParOf" srcId="{9737CB29-0DDA-4104-8DA1-1B7E59A04638}" destId="{DCE7440F-89C5-4A62-B611-C9A7230449A5}" srcOrd="1" destOrd="0" presId="urn:microsoft.com/office/officeart/2018/2/layout/IconCircleList"/>
    <dgm:cxn modelId="{CD3A2459-B1FB-4E77-A3A0-000C5AD76973}" type="presParOf" srcId="{9737CB29-0DDA-4104-8DA1-1B7E59A04638}" destId="{4E2850C9-D230-4057-8B3F-F596FDACECC3}" srcOrd="2" destOrd="0" presId="urn:microsoft.com/office/officeart/2018/2/layout/IconCircleList"/>
    <dgm:cxn modelId="{5A3B87C3-EB42-446D-99EE-0F5A2BCD35C1}" type="presParOf" srcId="{9737CB29-0DDA-4104-8DA1-1B7E59A04638}" destId="{DC5071F1-D725-4D95-BA7D-051B77F77DBD}" srcOrd="3" destOrd="0" presId="urn:microsoft.com/office/officeart/2018/2/layout/IconCircleList"/>
    <dgm:cxn modelId="{548ECE76-4A5F-404E-8956-3D7C3D8E6FE3}" type="presParOf" srcId="{61AF46FB-1DCB-46D5-88C5-ACA6A7301561}" destId="{183B96FE-C279-4C4A-8EB3-D61D6D61998E}" srcOrd="1" destOrd="0" presId="urn:microsoft.com/office/officeart/2018/2/layout/IconCircleList"/>
    <dgm:cxn modelId="{C54EB069-3111-481B-915E-926848C6EC33}" type="presParOf" srcId="{61AF46FB-1DCB-46D5-88C5-ACA6A7301561}" destId="{CF46F2B9-0F56-47B5-897D-AE67773A3CB2}" srcOrd="2" destOrd="0" presId="urn:microsoft.com/office/officeart/2018/2/layout/IconCircleList"/>
    <dgm:cxn modelId="{DAA08878-F227-47CB-B1F2-1F1F5464D409}" type="presParOf" srcId="{CF46F2B9-0F56-47B5-897D-AE67773A3CB2}" destId="{FFBFB6AA-D5FC-4DC7-BBF2-0F28024BF010}" srcOrd="0" destOrd="0" presId="urn:microsoft.com/office/officeart/2018/2/layout/IconCircleList"/>
    <dgm:cxn modelId="{32D9747F-92B9-499B-A625-C13BE67E6FE6}" type="presParOf" srcId="{CF46F2B9-0F56-47B5-897D-AE67773A3CB2}" destId="{4B4D515A-5B3A-4116-A868-962AB6F6A287}" srcOrd="1" destOrd="0" presId="urn:microsoft.com/office/officeart/2018/2/layout/IconCircleList"/>
    <dgm:cxn modelId="{F029C0A3-09B1-4043-9379-CF9D47254659}" type="presParOf" srcId="{CF46F2B9-0F56-47B5-897D-AE67773A3CB2}" destId="{B5E48F65-2F02-40A0-B85C-A9BE2417D34E}" srcOrd="2" destOrd="0" presId="urn:microsoft.com/office/officeart/2018/2/layout/IconCircleList"/>
    <dgm:cxn modelId="{EC760633-63F7-4EEC-8AA9-0B5C7323DE96}" type="presParOf" srcId="{CF46F2B9-0F56-47B5-897D-AE67773A3CB2}" destId="{86D73C97-1339-4816-94E8-399C401560D9}" srcOrd="3" destOrd="0" presId="urn:microsoft.com/office/officeart/2018/2/layout/IconCircleList"/>
    <dgm:cxn modelId="{FE11D5B7-079D-432A-8759-3160942E2CF6}" type="presParOf" srcId="{61AF46FB-1DCB-46D5-88C5-ACA6A7301561}" destId="{FB9810EB-F128-473E-BC55-44B7B4F6CDBF}" srcOrd="3" destOrd="0" presId="urn:microsoft.com/office/officeart/2018/2/layout/IconCircleList"/>
    <dgm:cxn modelId="{2583C30A-1A81-48C3-9B96-936ABDA689D0}" type="presParOf" srcId="{61AF46FB-1DCB-46D5-88C5-ACA6A7301561}" destId="{DAD3FEE8-7EDC-4290-A3ED-4DB4746943CE}" srcOrd="4" destOrd="0" presId="urn:microsoft.com/office/officeart/2018/2/layout/IconCircleList"/>
    <dgm:cxn modelId="{64F8BEDE-6ED5-495F-8BED-0A166A84ED11}" type="presParOf" srcId="{DAD3FEE8-7EDC-4290-A3ED-4DB4746943CE}" destId="{2C3059AA-6140-4813-87EC-F36551907B2F}" srcOrd="0" destOrd="0" presId="urn:microsoft.com/office/officeart/2018/2/layout/IconCircleList"/>
    <dgm:cxn modelId="{39776DC5-8A98-468E-A1DB-DCB963B900DC}" type="presParOf" srcId="{DAD3FEE8-7EDC-4290-A3ED-4DB4746943CE}" destId="{4C09AAE8-6832-4FD0-8684-1E3ED6A37044}" srcOrd="1" destOrd="0" presId="urn:microsoft.com/office/officeart/2018/2/layout/IconCircleList"/>
    <dgm:cxn modelId="{14EA9DDF-4D34-4B7A-98FF-87A03B48D36E}" type="presParOf" srcId="{DAD3FEE8-7EDC-4290-A3ED-4DB4746943CE}" destId="{22938F70-7136-4032-B69F-B4F1859989BE}" srcOrd="2" destOrd="0" presId="urn:microsoft.com/office/officeart/2018/2/layout/IconCircleList"/>
    <dgm:cxn modelId="{8CE42036-2DE9-4156-A494-20C42D7511FD}" type="presParOf" srcId="{DAD3FEE8-7EDC-4290-A3ED-4DB4746943CE}" destId="{00932180-2DA6-48D1-BA62-BCE1A51F3BD9}" srcOrd="3" destOrd="0" presId="urn:microsoft.com/office/officeart/2018/2/layout/IconCircleList"/>
    <dgm:cxn modelId="{EFC07FCE-F9A6-495A-AD27-B14242FD41FD}" type="presParOf" srcId="{61AF46FB-1DCB-46D5-88C5-ACA6A7301561}" destId="{8493C5A8-91DC-44B2-825F-E445CD68CA8B}" srcOrd="5" destOrd="0" presId="urn:microsoft.com/office/officeart/2018/2/layout/IconCircleList"/>
    <dgm:cxn modelId="{2CDB282A-9C33-43B7-8F77-A412A1869EFE}" type="presParOf" srcId="{61AF46FB-1DCB-46D5-88C5-ACA6A7301561}" destId="{4306E68A-C5ED-4015-BDAE-68DCADA9EDF5}" srcOrd="6" destOrd="0" presId="urn:microsoft.com/office/officeart/2018/2/layout/IconCircleList"/>
    <dgm:cxn modelId="{04D1FD5E-950E-4AB1-A11D-2B2B9543A7DC}" type="presParOf" srcId="{4306E68A-C5ED-4015-BDAE-68DCADA9EDF5}" destId="{5BFBDDDF-24EE-4846-BFE6-542521C4F970}" srcOrd="0" destOrd="0" presId="urn:microsoft.com/office/officeart/2018/2/layout/IconCircleList"/>
    <dgm:cxn modelId="{CD49C6F0-4F97-4B30-9ED3-59CEA9399ABA}" type="presParOf" srcId="{4306E68A-C5ED-4015-BDAE-68DCADA9EDF5}" destId="{F13E966B-0115-4E4A-B0C6-76EFB2256831}" srcOrd="1" destOrd="0" presId="urn:microsoft.com/office/officeart/2018/2/layout/IconCircleList"/>
    <dgm:cxn modelId="{B6200486-23D1-48CD-8354-9E0772887734}" type="presParOf" srcId="{4306E68A-C5ED-4015-BDAE-68DCADA9EDF5}" destId="{DA0043EB-322C-4C7F-9B00-1436617E86A3}" srcOrd="2" destOrd="0" presId="urn:microsoft.com/office/officeart/2018/2/layout/IconCircleList"/>
    <dgm:cxn modelId="{0A76D358-B3E9-4043-AB3D-D34FE51231ED}" type="presParOf" srcId="{4306E68A-C5ED-4015-BDAE-68DCADA9EDF5}" destId="{03963177-6B98-437B-9538-474A9C6278D1}" srcOrd="3" destOrd="0" presId="urn:microsoft.com/office/officeart/2018/2/layout/IconCircleList"/>
    <dgm:cxn modelId="{75BFE387-D937-494F-8ED4-5794D54A04A8}" type="presParOf" srcId="{61AF46FB-1DCB-46D5-88C5-ACA6A7301561}" destId="{1CBC4202-20C4-482F-AA80-2C1C154D7D7D}" srcOrd="7" destOrd="0" presId="urn:microsoft.com/office/officeart/2018/2/layout/IconCircleList"/>
    <dgm:cxn modelId="{FE3B49EA-34C5-45B3-8824-C2EB1FF8826F}" type="presParOf" srcId="{61AF46FB-1DCB-46D5-88C5-ACA6A7301561}" destId="{A932EFB6-951E-4397-A040-166C804B79EB}" srcOrd="8" destOrd="0" presId="urn:microsoft.com/office/officeart/2018/2/layout/IconCircleList"/>
    <dgm:cxn modelId="{D9AB217F-1C91-40E1-B34D-CD929189E599}" type="presParOf" srcId="{A932EFB6-951E-4397-A040-166C804B79EB}" destId="{F4A3158F-67C2-4F06-ABB9-D81ED7E2FBC7}" srcOrd="0" destOrd="0" presId="urn:microsoft.com/office/officeart/2018/2/layout/IconCircleList"/>
    <dgm:cxn modelId="{057FCAA1-4387-4A32-AF13-A631F042E718}" type="presParOf" srcId="{A932EFB6-951E-4397-A040-166C804B79EB}" destId="{B702DDA6-1632-4D0B-BA6B-06CDE63A6CF1}" srcOrd="1" destOrd="0" presId="urn:microsoft.com/office/officeart/2018/2/layout/IconCircleList"/>
    <dgm:cxn modelId="{32485F25-2687-4681-B74F-286934A3B1D4}" type="presParOf" srcId="{A932EFB6-951E-4397-A040-166C804B79EB}" destId="{96208803-DB66-4559-853C-0DFE27A42601}" srcOrd="2" destOrd="0" presId="urn:microsoft.com/office/officeart/2018/2/layout/IconCircleList"/>
    <dgm:cxn modelId="{35F8F5FD-5122-4052-90FC-A707DF7DA414}" type="presParOf" srcId="{A932EFB6-951E-4397-A040-166C804B79EB}" destId="{D01849FD-4ADD-4245-B543-0B4ED47B3B7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1D5D7-C6E0-4AD4-9640-9DFA84B82BD5}">
      <dsp:nvSpPr>
        <dsp:cNvPr id="0" name=""/>
        <dsp:cNvSpPr/>
      </dsp:nvSpPr>
      <dsp:spPr>
        <a:xfrm>
          <a:off x="129876" y="638618"/>
          <a:ext cx="716110" cy="71611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E7440F-89C5-4A62-B611-C9A7230449A5}">
      <dsp:nvSpPr>
        <dsp:cNvPr id="0" name=""/>
        <dsp:cNvSpPr/>
      </dsp:nvSpPr>
      <dsp:spPr>
        <a:xfrm>
          <a:off x="280260" y="789002"/>
          <a:ext cx="415344" cy="4153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5071F1-D725-4D95-BA7D-051B77F77DBD}">
      <dsp:nvSpPr>
        <dsp:cNvPr id="0" name=""/>
        <dsp:cNvSpPr/>
      </dsp:nvSpPr>
      <dsp:spPr>
        <a:xfrm>
          <a:off x="999439" y="63861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Analyses Exploratoires</a:t>
          </a:r>
          <a:endParaRPr lang="en-US" sz="1800" kern="1200"/>
        </a:p>
      </dsp:txBody>
      <dsp:txXfrm>
        <a:off x="999439" y="638618"/>
        <a:ext cx="1687974" cy="716110"/>
      </dsp:txXfrm>
    </dsp:sp>
    <dsp:sp modelId="{FFBFB6AA-D5FC-4DC7-BBF2-0F28024BF010}">
      <dsp:nvSpPr>
        <dsp:cNvPr id="0" name=""/>
        <dsp:cNvSpPr/>
      </dsp:nvSpPr>
      <dsp:spPr>
        <a:xfrm>
          <a:off x="2981531" y="638618"/>
          <a:ext cx="716110" cy="71611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D515A-5B3A-4116-A868-962AB6F6A287}">
      <dsp:nvSpPr>
        <dsp:cNvPr id="0" name=""/>
        <dsp:cNvSpPr/>
      </dsp:nvSpPr>
      <dsp:spPr>
        <a:xfrm>
          <a:off x="3131914" y="789002"/>
          <a:ext cx="415344" cy="4153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D73C97-1339-4816-94E8-399C401560D9}">
      <dsp:nvSpPr>
        <dsp:cNvPr id="0" name=""/>
        <dsp:cNvSpPr/>
      </dsp:nvSpPr>
      <dsp:spPr>
        <a:xfrm>
          <a:off x="3851094" y="63861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Fusion des données</a:t>
          </a:r>
          <a:endParaRPr lang="en-US" sz="1800" kern="1200"/>
        </a:p>
      </dsp:txBody>
      <dsp:txXfrm>
        <a:off x="3851094" y="638618"/>
        <a:ext cx="1687974" cy="716110"/>
      </dsp:txXfrm>
    </dsp:sp>
    <dsp:sp modelId="{2C3059AA-6140-4813-87EC-F36551907B2F}">
      <dsp:nvSpPr>
        <dsp:cNvPr id="0" name=""/>
        <dsp:cNvSpPr/>
      </dsp:nvSpPr>
      <dsp:spPr>
        <a:xfrm>
          <a:off x="5833185" y="638618"/>
          <a:ext cx="716110" cy="71611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09AAE8-6832-4FD0-8684-1E3ED6A37044}">
      <dsp:nvSpPr>
        <dsp:cNvPr id="0" name=""/>
        <dsp:cNvSpPr/>
      </dsp:nvSpPr>
      <dsp:spPr>
        <a:xfrm>
          <a:off x="5983568" y="789002"/>
          <a:ext cx="415344" cy="4153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32180-2DA6-48D1-BA62-BCE1A51F3BD9}">
      <dsp:nvSpPr>
        <dsp:cNvPr id="0" name=""/>
        <dsp:cNvSpPr/>
      </dsp:nvSpPr>
      <dsp:spPr>
        <a:xfrm>
          <a:off x="6702748" y="63861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Analyses</a:t>
          </a:r>
          <a:endParaRPr lang="en-US" sz="1800" kern="1200"/>
        </a:p>
      </dsp:txBody>
      <dsp:txXfrm>
        <a:off x="6702748" y="638618"/>
        <a:ext cx="1687974" cy="716110"/>
      </dsp:txXfrm>
    </dsp:sp>
    <dsp:sp modelId="{5BFBDDDF-24EE-4846-BFE6-542521C4F970}">
      <dsp:nvSpPr>
        <dsp:cNvPr id="0" name=""/>
        <dsp:cNvSpPr/>
      </dsp:nvSpPr>
      <dsp:spPr>
        <a:xfrm>
          <a:off x="129876" y="1909678"/>
          <a:ext cx="716110" cy="71611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E966B-0115-4E4A-B0C6-76EFB2256831}">
      <dsp:nvSpPr>
        <dsp:cNvPr id="0" name=""/>
        <dsp:cNvSpPr/>
      </dsp:nvSpPr>
      <dsp:spPr>
        <a:xfrm>
          <a:off x="280260" y="2060061"/>
          <a:ext cx="415344" cy="4153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963177-6B98-437B-9538-474A9C6278D1}">
      <dsp:nvSpPr>
        <dsp:cNvPr id="0" name=""/>
        <dsp:cNvSpPr/>
      </dsp:nvSpPr>
      <dsp:spPr>
        <a:xfrm>
          <a:off x="999439" y="190967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Actions pour la suite</a:t>
          </a:r>
          <a:endParaRPr lang="en-US" sz="1800" kern="1200"/>
        </a:p>
      </dsp:txBody>
      <dsp:txXfrm>
        <a:off x="999439" y="1909678"/>
        <a:ext cx="1687974" cy="716110"/>
      </dsp:txXfrm>
    </dsp:sp>
    <dsp:sp modelId="{F4A3158F-67C2-4F06-ABB9-D81ED7E2FBC7}">
      <dsp:nvSpPr>
        <dsp:cNvPr id="0" name=""/>
        <dsp:cNvSpPr/>
      </dsp:nvSpPr>
      <dsp:spPr>
        <a:xfrm>
          <a:off x="2981531" y="1909678"/>
          <a:ext cx="716110" cy="716110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02DDA6-1632-4D0B-BA6B-06CDE63A6CF1}">
      <dsp:nvSpPr>
        <dsp:cNvPr id="0" name=""/>
        <dsp:cNvSpPr/>
      </dsp:nvSpPr>
      <dsp:spPr>
        <a:xfrm>
          <a:off x="3131914" y="2060061"/>
          <a:ext cx="415344" cy="41534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849FD-4ADD-4245-B543-0B4ED47B3B74}">
      <dsp:nvSpPr>
        <dsp:cNvPr id="0" name=""/>
        <dsp:cNvSpPr/>
      </dsp:nvSpPr>
      <dsp:spPr>
        <a:xfrm>
          <a:off x="3851094" y="1909678"/>
          <a:ext cx="1687974" cy="7161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/>
            <a:t>Point sur les compétences apprises</a:t>
          </a:r>
          <a:endParaRPr lang="en-US" sz="1800" kern="1200"/>
        </a:p>
      </dsp:txBody>
      <dsp:txXfrm>
        <a:off x="3851094" y="1909678"/>
        <a:ext cx="1687974" cy="716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>
          <a:extLst>
            <a:ext uri="{FF2B5EF4-FFF2-40B4-BE49-F238E27FC236}">
              <a16:creationId xmlns:a16="http://schemas.microsoft.com/office/drawing/2014/main" id="{78FC084B-5A31-2C52-DD36-5862B52E6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>
            <a:extLst>
              <a:ext uri="{FF2B5EF4-FFF2-40B4-BE49-F238E27FC236}">
                <a16:creationId xmlns:a16="http://schemas.microsoft.com/office/drawing/2014/main" id="{E848FE22-EE1B-2063-34BC-B947E10F54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6:notes">
            <a:extLst>
              <a:ext uri="{FF2B5EF4-FFF2-40B4-BE49-F238E27FC236}">
                <a16:creationId xmlns:a16="http://schemas.microsoft.com/office/drawing/2014/main" id="{E32FA7E8-BB6A-F1DA-07D5-A9D9191B6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3092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E962F402-1424-CAD9-E723-60B75019F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795DCFBD-97CD-4E33-ACA8-2166F3C1C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A4DB3C4A-B14F-CACF-3CC3-903B21BA6A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73553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8B8A511A-C0B0-CDE9-8B9E-BFB939D4F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C5C259DC-F88A-F9B2-4112-5D57A296A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59ED8749-B676-962E-82D2-1EC4FAA1EC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4643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68CF36E8-FEA9-8ACE-1C9A-EE535912F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274DDE02-639E-19BE-6B78-BD73CE4E8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95E9D5E9-CBD9-4087-8D1D-72780EC4AA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2967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72E0FD4-12F8-995D-2EC5-5E957C3D2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>
            <a:extLst>
              <a:ext uri="{FF2B5EF4-FFF2-40B4-BE49-F238E27FC236}">
                <a16:creationId xmlns:a16="http://schemas.microsoft.com/office/drawing/2014/main" id="{4326FF3F-31F0-D6B8-6704-54581AC2B3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p7:notes">
            <a:extLst>
              <a:ext uri="{FF2B5EF4-FFF2-40B4-BE49-F238E27FC236}">
                <a16:creationId xmlns:a16="http://schemas.microsoft.com/office/drawing/2014/main" id="{92262C77-D963-B5EA-3998-9C27522A47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24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f9e8f15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13f9e8f15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3f9e8f1567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3f9e8f1567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652150" y="1851250"/>
            <a:ext cx="79833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550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52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Optimisez la gestion des données d’une boutique avec R ou Python</a:t>
            </a:r>
            <a:endParaRPr sz="52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968964" y="358214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-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Arthur Alvarez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4968964" y="3975103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Data Analyst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4968964" y="4368058"/>
            <a:ext cx="3807680" cy="53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[</a:t>
            </a:r>
            <a:r>
              <a:rPr lang="fr" sz="20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25/07/2026</a:t>
            </a:r>
            <a:r>
              <a:rPr lang="fr" sz="2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]</a:t>
            </a:r>
            <a:endParaRPr sz="2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56F587-4A70-FC06-52D1-28A42BDF1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600"/>
              <a:t>Sommaire</a:t>
            </a:r>
          </a:p>
        </p:txBody>
      </p:sp>
      <p:graphicFrame>
        <p:nvGraphicFramePr>
          <p:cNvPr id="10" name="Espace réservé du texte 2">
            <a:extLst>
              <a:ext uri="{FF2B5EF4-FFF2-40B4-BE49-F238E27FC236}">
                <a16:creationId xmlns:a16="http://schemas.microsoft.com/office/drawing/2014/main" id="{8B43141F-3BC1-ADDD-7BE6-747403E5D9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5699548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7745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>
            <a:spLocks noGrp="1"/>
          </p:cNvSpPr>
          <p:nvPr>
            <p:ph type="body" idx="1"/>
          </p:nvPr>
        </p:nvSpPr>
        <p:spPr>
          <a:xfrm>
            <a:off x="895525" y="16745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Data : erp, liaison, web</a:t>
            </a:r>
            <a:endParaRPr lang="fr" sz="1400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Nettoyages des données:</a:t>
            </a:r>
            <a:b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 Colonne stock_status</a:t>
            </a:r>
            <a:b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 Post_type = product</a:t>
            </a:r>
            <a:b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 sku 13127-1 remplacé par 13127</a:t>
            </a:r>
            <a:b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800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- id_web != NA</a:t>
            </a:r>
            <a:endParaRPr lang="fr"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B6D7A8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0"/>
                  </a:ext>
                </a:extLst>
              </a:rPr>
              <a:t>Analyses </a:t>
            </a: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1"/>
                  </a:ext>
                </a:extLst>
              </a:rPr>
              <a:t>Exploratoires</a:t>
            </a: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2"/>
                  </a:ext>
                </a:extLst>
              </a:rPr>
              <a:t> des Données 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body" idx="1"/>
          </p:nvPr>
        </p:nvSpPr>
        <p:spPr>
          <a:xfrm>
            <a:off x="623400" y="14627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sym typeface="Montserrat"/>
              </a:rPr>
              <a:t>Fusion entre erp et liaison : left join sur product_id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sym typeface="Montserrat"/>
              </a:rPr>
              <a:t>Fusion avec web : outer join sur id_web et sku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sym typeface="Montserrat"/>
              </a:rPr>
              <a:t>Il y a des valeurs non retrouvées car les données de bases sont manquantes</a:t>
            </a:r>
            <a:endParaRPr dirty="0"/>
          </a:p>
          <a:p>
            <a:pPr marL="1143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Fusion des données</a:t>
            </a:r>
            <a:endParaRPr sz="2500" b="0" i="0" u="none" strike="noStrike" cap="none" dirty="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4423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Boxplot prix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Principalement des produits bon marché ( moins de 50€ )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Beaucoup d’outliers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 2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496BD26C-F18A-3C91-E931-77E2BB94A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411967"/>
            <a:ext cx="4473023" cy="353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>
          <a:extLst>
            <a:ext uri="{FF2B5EF4-FFF2-40B4-BE49-F238E27FC236}">
              <a16:creationId xmlns:a16="http://schemas.microsoft.com/office/drawing/2014/main" id="{7C29430E-BD4B-5F67-5A7F-FC18F784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>
            <a:extLst>
              <a:ext uri="{FF2B5EF4-FFF2-40B4-BE49-F238E27FC236}">
                <a16:creationId xmlns:a16="http://schemas.microsoft.com/office/drawing/2014/main" id="{7E4826D6-4B51-F52E-8035-0DFD3F8D05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8192711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Z-Index : (prix-moyenne)/écart-type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Valeur élevée = demande instable, donc risque d’erreur dans la gestion du stock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Valeur faible = demande stable, donc prévision et optimisation du stock facile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Outliers : Z-Index &gt; 3, ils représentent 2,17% des articles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6">
            <a:extLst>
              <a:ext uri="{FF2B5EF4-FFF2-40B4-BE49-F238E27FC236}">
                <a16:creationId xmlns:a16="http://schemas.microsoft.com/office/drawing/2014/main" id="{42FC0204-1BA0-0A2D-BED5-8B40842E12A6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6">
            <a:extLst>
              <a:ext uri="{FF2B5EF4-FFF2-40B4-BE49-F238E27FC236}">
                <a16:creationId xmlns:a16="http://schemas.microsoft.com/office/drawing/2014/main" id="{33C228C6-2821-7F49-C6CD-DEEB6EF02E2D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univariées du prix</a:t>
            </a:r>
            <a:endParaRPr sz="2500" b="0" i="0" u="none" strike="noStrike" cap="none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6">
            <a:extLst>
              <a:ext uri="{FF2B5EF4-FFF2-40B4-BE49-F238E27FC236}">
                <a16:creationId xmlns:a16="http://schemas.microsoft.com/office/drawing/2014/main" id="{D9F48B45-3FD1-0FBB-A2B7-FD0BF90E2E2D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53195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 txBox="1">
            <a:spLocks noGrp="1"/>
          </p:cNvSpPr>
          <p:nvPr>
            <p:ph type="body" idx="1"/>
          </p:nvPr>
        </p:nvSpPr>
        <p:spPr>
          <a:xfrm>
            <a:off x="557279" y="1528607"/>
            <a:ext cx="6709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 = prix * nombre de ventes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 total : 144131,3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Top 20 : un sort du lot avec ~2500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80% du CA représenté par 435 articles</a:t>
            </a:r>
            <a:b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(environ 59% du catalogue)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 descr="Une image contenant texte, capture d’écran, Police, Parallèle&#10;&#10;Le contenu généré par l’IA peut être incorrect.">
            <a:extLst>
              <a:ext uri="{FF2B5EF4-FFF2-40B4-BE49-F238E27FC236}">
                <a16:creationId xmlns:a16="http://schemas.microsoft.com/office/drawing/2014/main" id="{09B05E99-9556-AEA4-99E9-421AF237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399" y="0"/>
            <a:ext cx="2815601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9B02243-FBD7-A853-0C1D-E2503E762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FFB747A2-8C5B-326F-6B79-A6EC40705E60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C85D0FFF-71BF-9556-0974-A4BA35C07B0C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0F46215E-0ABB-BBE4-1C31-5C7F5DC568B5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989FB5D3-6DC8-A613-2B2E-7897FE787B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7103" y="1528607"/>
            <a:ext cx="4334108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Nombre de ventes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Top 20 : plutôt équilibré, numéro 1 un peu plus haut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425 articles représentent 80% des ventes (57,6% du catalogue)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" name="Image 3" descr="Une image contenant texte, capture d’écran, Tracé, ligne&#10;&#10;Le contenu généré par l’IA peut être incorrect.">
            <a:extLst>
              <a:ext uri="{FF2B5EF4-FFF2-40B4-BE49-F238E27FC236}">
                <a16:creationId xmlns:a16="http://schemas.microsoft.com/office/drawing/2014/main" id="{95F41A98-5E3A-6B1A-FA11-E8F8578FE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182" y="1390200"/>
            <a:ext cx="4401818" cy="375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010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05180CE1-9E73-0A38-8066-8210DAA1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5B21CB92-9A69-0153-8BBC-C8277D1471DF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F5EC4783-A48F-BB48-6679-58DCC9B8FA81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C927F128-8509-086F-5D17-4389B7B23CB8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9A8DFCE7-B964-6508-6D6B-F6AD7064F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946" y="1528607"/>
            <a:ext cx="454226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Rotation stock = quantité / ventes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Flop 20 : stock mal optimisé, il y a de quoi tenir plus d’un an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Etat actuel : 5687 produits en stock pour 495687 de valorisation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e 2" descr="Une image contenant texte, capture d’écran, Tracé, Police&#10;&#10;Le contenu généré par l’IA peut être incorrect.">
            <a:extLst>
              <a:ext uri="{FF2B5EF4-FFF2-40B4-BE49-F238E27FC236}">
                <a16:creationId xmlns:a16="http://schemas.microsoft.com/office/drawing/2014/main" id="{97D96E5C-9A83-A838-85B6-AED340168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146" y="1390200"/>
            <a:ext cx="4363854" cy="37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107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01F3ACB-C9A4-D441-83FC-100D140F7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21087320-6305-87CD-95F2-B5DFCA90B9AA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D3B5194E-8E1B-2DE4-F514-8651B57DFB76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F01FD77C-244B-3E00-A1DB-F8E6B10D0AEC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106A12FB-122B-992F-2E27-6E64670001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8946" y="1528607"/>
            <a:ext cx="4735552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Marge = prix d’achat / prix de vente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Min : 43,5%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Max : 612,5%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" name="Image 5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7554F78A-A923-133A-F2BF-7B09CC9A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498" y="1691312"/>
            <a:ext cx="4263030" cy="3253695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7B016B6-B6B3-30AD-1851-8DC17F8D97AC}"/>
              </a:ext>
            </a:extLst>
          </p:cNvPr>
          <p:cNvSpPr txBox="1"/>
          <p:nvPr/>
        </p:nvSpPr>
        <p:spPr>
          <a:xfrm>
            <a:off x="5546896" y="1439148"/>
            <a:ext cx="38692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Taux de marge moyen par catégorie</a:t>
            </a:r>
          </a:p>
        </p:txBody>
      </p:sp>
    </p:spTree>
    <p:extLst>
      <p:ext uri="{BB962C8B-B14F-4D97-AF65-F5344CB8AC3E}">
        <p14:creationId xmlns:p14="http://schemas.microsoft.com/office/powerpoint/2010/main" val="3116633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95E2249F-E886-C890-9B52-0AFA0F8EA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7">
            <a:extLst>
              <a:ext uri="{FF2B5EF4-FFF2-40B4-BE49-F238E27FC236}">
                <a16:creationId xmlns:a16="http://schemas.microsoft.com/office/drawing/2014/main" id="{AF7C773F-EE40-B12E-1855-FD0F0E059C47}"/>
              </a:ext>
            </a:extLst>
          </p:cNvPr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7">
            <a:extLst>
              <a:ext uri="{FF2B5EF4-FFF2-40B4-BE49-F238E27FC236}">
                <a16:creationId xmlns:a16="http://schemas.microsoft.com/office/drawing/2014/main" id="{AF21CA09-63E7-D621-BD60-0723BB46C93E}"/>
              </a:ext>
            </a:extLst>
          </p:cNvPr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b="0" i="0" u="none" strike="noStrike" cap="none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Analyses complémentaires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sym typeface="Montserrat"/>
              </a:rPr>
              <a:t>CA, quantités, stocks, taux de marge et correlations</a:t>
            </a:r>
            <a:endParaRPr dirty="0"/>
          </a:p>
        </p:txBody>
      </p:sp>
      <p:sp>
        <p:nvSpPr>
          <p:cNvPr id="89" name="Google Shape;89;p7">
            <a:extLst>
              <a:ext uri="{FF2B5EF4-FFF2-40B4-BE49-F238E27FC236}">
                <a16:creationId xmlns:a16="http://schemas.microsoft.com/office/drawing/2014/main" id="{47994533-BFA6-5835-74F1-AB9D50923407}"/>
              </a:ext>
            </a:extLst>
          </p:cNvPr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>
            <a:extLst>
              <a:ext uri="{FF2B5EF4-FFF2-40B4-BE49-F238E27FC236}">
                <a16:creationId xmlns:a16="http://schemas.microsoft.com/office/drawing/2014/main" id="{E8EB5FA0-BB75-B9A5-01AD-AD801D868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1473600"/>
            <a:ext cx="544179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Corrélations :</a:t>
            </a:r>
            <a:b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&gt;0 : quand un augmente, l’autre aussi</a:t>
            </a:r>
            <a:b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0 : pas de lien</a:t>
            </a:r>
            <a:b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&lt;0 : quand un augmente, l’autre diminue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Quantity/sales : &gt;0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Quantity/price : 0</a:t>
            </a:r>
          </a:p>
          <a:p>
            <a: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Sales/price : &lt;0</a:t>
            </a:r>
          </a:p>
          <a:p>
            <a:pPr marL="1143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</a:pPr>
            <a:endParaRPr dirty="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CD0CC9B-7F6C-7677-902D-DF8A7B467913}"/>
              </a:ext>
            </a:extLst>
          </p:cNvPr>
          <p:cNvSpPr txBox="1"/>
          <p:nvPr/>
        </p:nvSpPr>
        <p:spPr>
          <a:xfrm>
            <a:off x="5735955" y="1474121"/>
            <a:ext cx="25265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Demi </a:t>
            </a:r>
            <a:r>
              <a:rPr lang="fr-FR" dirty="0" err="1"/>
              <a:t>heatmap</a:t>
            </a:r>
            <a:r>
              <a:rPr lang="fr-FR" dirty="0"/>
              <a:t> de corrélation</a:t>
            </a:r>
          </a:p>
        </p:txBody>
      </p:sp>
      <p:pic>
        <p:nvPicPr>
          <p:cNvPr id="3" name="Image 2" descr="Une image contenant texte, capture d’écran, diagramme, Police&#10;&#10;Le contenu généré par l’IA peut être incorrect.">
            <a:extLst>
              <a:ext uri="{FF2B5EF4-FFF2-40B4-BE49-F238E27FC236}">
                <a16:creationId xmlns:a16="http://schemas.microsoft.com/office/drawing/2014/main" id="{1A6626F1-6EAE-EB66-569F-9F14FA306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141" y="1870691"/>
            <a:ext cx="3745859" cy="293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099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3f9e8f1567_0_0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13f9e8f1567_0_0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 dirty="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Actions pour la suite</a:t>
            </a:r>
            <a:endParaRPr dirty="0"/>
          </a:p>
        </p:txBody>
      </p:sp>
      <p:sp>
        <p:nvSpPr>
          <p:cNvPr id="97" name="Google Shape;97;g13f9e8f1567_0_0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13f9e8f1567_0_0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Plusieurs options envisageables :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Concentrer les efforts CA sur les produits </a:t>
            </a:r>
            <a:r>
              <a:rPr lang="fr-FR" i="1" dirty="0" err="1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impactants</a:t>
            </a: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( délaisser les 40% des produits qui ne génèrent pas beaucoup de CA )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Optimiser les stocks pour limiter les coûts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Prioriser les marges intéressantes à volume correct</a:t>
            </a:r>
          </a:p>
          <a:p>
            <a:pPr marL="285750" lvl="0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3f9e8f1567_0_7"/>
          <p:cNvSpPr/>
          <p:nvPr/>
        </p:nvSpPr>
        <p:spPr>
          <a:xfrm>
            <a:off x="0" y="0"/>
            <a:ext cx="9144000" cy="1390200"/>
          </a:xfrm>
          <a:prstGeom prst="rect">
            <a:avLst/>
          </a:prstGeom>
          <a:solidFill>
            <a:srgbClr val="004D40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3f9e8f1567_0_7"/>
          <p:cNvSpPr txBox="1"/>
          <p:nvPr/>
        </p:nvSpPr>
        <p:spPr>
          <a:xfrm>
            <a:off x="895525" y="3372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fr" sz="25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Point sur les compétences apprises</a:t>
            </a:r>
            <a:endParaRPr/>
          </a:p>
        </p:txBody>
      </p:sp>
      <p:sp>
        <p:nvSpPr>
          <p:cNvPr id="105" name="Google Shape;105;g13f9e8f1567_0_7"/>
          <p:cNvSpPr/>
          <p:nvPr/>
        </p:nvSpPr>
        <p:spPr>
          <a:xfrm>
            <a:off x="1012175" y="993350"/>
            <a:ext cx="452700" cy="50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13f9e8f1567_0_7"/>
          <p:cNvSpPr txBox="1">
            <a:spLocks noGrp="1"/>
          </p:cNvSpPr>
          <p:nvPr>
            <p:ph type="body" idx="1"/>
          </p:nvPr>
        </p:nvSpPr>
        <p:spPr>
          <a:xfrm>
            <a:off x="557274" y="1528600"/>
            <a:ext cx="831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qui s’est bien passé pour vous dans ce travail de nettoyage ? </a:t>
            </a:r>
            <a:b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La compréhension des données</a:t>
            </a:r>
            <a:endParaRPr i="1" dirty="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Qu’est-ce que vous avez trouvé le plus difficile ? </a:t>
            </a:r>
            <a:br>
              <a:rPr lang="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Nettoyage des données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Font typeface="Montserrat"/>
              <a:buChar char="●"/>
            </a:pP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Sur quelles tâches est-ce que vous pensez avoir besoin de plus d'entraînement ? </a:t>
            </a:r>
            <a:b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-FR" i="1" dirty="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Définition du besoin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517</Words>
  <Application>Microsoft Office PowerPoint</Application>
  <PresentationFormat>Affichage à l'écran (16:9)</PresentationFormat>
  <Paragraphs>64</Paragraphs>
  <Slides>13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Montserrat</vt:lpstr>
      <vt:lpstr>Simple Light</vt:lpstr>
      <vt:lpstr>Présentation PowerPoint</vt:lpstr>
      <vt:lpstr>Sommaire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arthur Alvarez</cp:lastModifiedBy>
  <cp:revision>5</cp:revision>
  <dcterms:modified xsi:type="dcterms:W3CDTF">2026-07-25T17:56:43Z</dcterms:modified>
</cp:coreProperties>
</file>